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98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62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28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7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5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71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90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01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14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2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45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5809C-4005-4342-ADAC-320516815DF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43D12-C413-423B-8919-B5F63BF660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27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R</a:t>
            </a:r>
            <a:r>
              <a:rPr lang="pt-BR" dirty="0" err="1" smtClean="0"/>
              <a:t>evisao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Github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4378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Revisao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Revisao</dc:title>
  <dc:creator>Manha Cetcc</dc:creator>
  <cp:lastModifiedBy>Manha Cetcc</cp:lastModifiedBy>
  <cp:revision>1</cp:revision>
  <dcterms:created xsi:type="dcterms:W3CDTF">2026-08-05T11:06:41Z</dcterms:created>
  <dcterms:modified xsi:type="dcterms:W3CDTF">2026-08-05T11:07:18Z</dcterms:modified>
</cp:coreProperties>
</file>